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4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1330-D534-CA37-ADB9-486ECF55E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A5EC9-F594-4002-C628-68C795433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10171-0A4D-165F-D317-DAE9B6C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FEA28-7935-6EB5-AB3F-D07D6186E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07298-EFCC-E98B-53E7-1607D511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7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37066-D81B-8470-325F-FD67C811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D0F85-2854-E7A8-46D5-3C9D02E4E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37ADE-0B41-299F-F6BB-577F611E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27920-50F3-7865-DA96-1F5E79B05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C13E1-8681-195E-08AC-B29C8D3C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49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A685-A9B2-8E2B-9214-1BE3C3F9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472C5-60A9-D6DC-A147-186BB4808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AA462-C86C-64ED-C362-7C4E179AA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36CEB-F8DB-DC4A-75D9-CCD894DB8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5CA34-50ED-B4F6-E9D1-26B3FF37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7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6CC1-0D57-59D7-3FB8-FD1A797D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98F21-9B84-6B8B-F476-BE468B2BC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FC13C-CDE0-B6FC-418E-86FED46C5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0A8A3-17FF-8081-8A39-F53ADA8FB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9C1B7-E6C1-A9E6-C73C-4AC840D55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5501A-1909-08E7-25CD-29F352560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8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2E8D-B125-4962-D759-4BD3833D5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1DCCB-396A-4A89-F6B0-B7B424B34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401FC-063C-3BD8-90DF-3BCA0E863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738086-F0EC-CC8B-E24A-22525BD82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B2BCFE-D2FA-C67E-EEEA-27C7F4FB52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5BB0D0-3F27-638E-13C1-94423D2E0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B9F541-F910-8F0E-7E07-0D723248F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C3D4FF-E0AB-98D9-AB0E-EDD2C337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4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AFB3-EADE-3D68-AAFD-766F2BBD2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6BCB1-5BF1-1CA7-EC25-EF036F753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B977D-5D66-DB72-8025-958FCD081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7A193-D366-8FBB-8B35-98A81C2E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9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8D974-F996-C8F6-9BE7-3EBE30C6E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B79BC-A989-D450-EB30-52C313D9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F52F0-E9ED-8473-C247-966EC8E1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84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127F5-CF45-CB6E-6A51-8AD6E6E28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C4762-C88C-01EC-366A-26FA6F3E3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096C9-5DB7-2AC3-2006-3A00C696F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FEC20-08A6-5BC7-4FFF-31700C98E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B3981-AEA7-6142-B232-4B5804888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A21D2-F229-D8AA-2E9E-DD563E2A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9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A22EB-08A3-0370-69E7-461A470B6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A5D31-1F19-09B7-C4D1-E60860F0C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D4F9E-0A96-5279-93A9-0038819E9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0E7F4-B5E9-F788-CD2A-E420A06D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E2B5A-DE92-8D69-F873-77540BBB4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7D903-4C9E-B703-2184-2D8E840F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2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F98E-F91E-A5D7-36D6-35FC77EA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3D058-8508-96E6-9B43-1A90AD86E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03FE1-AEE5-A4EB-748B-2979C1EA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F1402-DEC5-5B1B-E34C-1EB6ACC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86152-A149-E1A2-1C88-C6D07685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07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3670C0-E1B4-4D94-E77E-553FE969A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7116A-50B1-0136-2A67-140D52909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51F21-384B-86EB-26C7-C6567A1B3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45FB6-9799-F4F9-A135-580F50A2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AD34D-6F84-0BF6-BCB6-E21A9080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5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www.alessandrobacci.com/2010/10/stcs-interest-for-syrias-third-mobile.html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7000"/>
            <a:lum/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8B0BCB-FD04-E0A9-53E7-7F0227423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A060E-CB77-CDEB-E618-9A599B6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D3AAD-4DF7-249F-B78D-55CCF6269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09EF6-9CC2-4953-82DC-0A08FB87DA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F9038-96A5-1B9F-6306-966568A09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9DC91-1DA9-5B43-AE47-88ADF674E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908F7-3490-4AD9-9342-D7AA871B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8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AD3DC-3D24-79B7-3CD1-C44D240730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highlight>
                  <a:srgbClr val="008080"/>
                </a:highlight>
              </a:rPr>
              <a:t>SyriaTel</a:t>
            </a: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 Customer Churn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0EB64-A519-C3FA-E2D3-674DE4531A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Built a machine learning model to predict customer churn in </a:t>
            </a:r>
            <a:r>
              <a:rPr lang="en-US" dirty="0" err="1">
                <a:solidFill>
                  <a:schemeClr val="bg1"/>
                </a:solidFill>
                <a:highlight>
                  <a:srgbClr val="008080"/>
                </a:highlight>
              </a:rPr>
              <a:t>SyrisTel</a:t>
            </a: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 company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Focus: Identify customers likely to leave the service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Goal: Enable proactive retention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487806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B4BB-7C1A-7DEF-F908-8AD117C03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Business and 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EB3A8-BFEC-DCBD-6BC2-BEB2CAA05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High customer churn impact revenue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Need to identify at risk customers early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Dataset include: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Customer account information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Usage patterns 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Service features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Customer support interactions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Churn, target variable</a:t>
            </a:r>
          </a:p>
        </p:txBody>
      </p:sp>
    </p:spTree>
    <p:extLst>
      <p:ext uri="{BB962C8B-B14F-4D97-AF65-F5344CB8AC3E}">
        <p14:creationId xmlns:p14="http://schemas.microsoft.com/office/powerpoint/2010/main" val="3937228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648C-ECB2-4738-300C-3E97C100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B6D0A-EE75-2063-A0D5-37222EEDD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Approach: Data preprocessing – removed irrelevant features, applied encoding techniques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Train-test split: Train – 2,666. Test- 667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Models Built –Logistic Regression as the baseline model, Random Forest and Gradient Boosting as benchmark models. 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Improvements Applied: 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Threshold tuning to improve recall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Class imbalance handling ; class weight = ‘balanced’</a:t>
            </a:r>
          </a:p>
        </p:txBody>
      </p:sp>
    </p:spTree>
    <p:extLst>
      <p:ext uri="{BB962C8B-B14F-4D97-AF65-F5344CB8AC3E}">
        <p14:creationId xmlns:p14="http://schemas.microsoft.com/office/powerpoint/2010/main" val="345556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B77E-A615-3DC8-26D9-54A51C4B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6CA60-D6E7-221D-3E5F-4087F0BB3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Best model: Gradient Boosting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Accuracy: 96%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Precision: 95%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Recall: 77%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Initial model had high accuracy but missed churners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After tuning: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Significant improvement in identifying churn customers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Better balance between precision and recall</a:t>
            </a:r>
          </a:p>
        </p:txBody>
      </p:sp>
    </p:spTree>
    <p:extLst>
      <p:ext uri="{BB962C8B-B14F-4D97-AF65-F5344CB8AC3E}">
        <p14:creationId xmlns:p14="http://schemas.microsoft.com/office/powerpoint/2010/main" val="230726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61323-5786-6BD3-AAA5-C10EB7EFA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EB24B-B49A-3CB9-28CB-5147E0510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Improve customer support : </a:t>
            </a:r>
          </a:p>
          <a:p>
            <a:pPr marL="971550" lvl="1" indent="-514350">
              <a:buAutoNum type="arabicPeriod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high service calls strongly linked to churn. </a:t>
            </a:r>
          </a:p>
          <a:p>
            <a:pPr marL="971550" lvl="1" indent="-514350">
              <a:buAutoNum type="arabicPeriod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Also enhance response time and issue resolution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Target High Usage Customers: </a:t>
            </a:r>
          </a:p>
          <a:p>
            <a:pPr marL="971550" lvl="1" indent="-514350">
              <a:buAutoNum type="arabicPeriod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offer personalized plans or discounts </a:t>
            </a:r>
          </a:p>
          <a:p>
            <a:pPr marL="971550" lvl="1" indent="-514350">
              <a:buAutoNum type="arabicPeriod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and introduce loyalty programs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Review international plans: </a:t>
            </a:r>
          </a:p>
          <a:p>
            <a:pPr marL="971550" lvl="1" indent="-514350">
              <a:buAutoNum type="arabicPeriod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Customers with these plans churn more </a:t>
            </a:r>
          </a:p>
          <a:p>
            <a:pPr marL="971550" lvl="1" indent="-514350">
              <a:buAutoNum type="arabicPeriod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also optimize pricing and value offerings.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9458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BB417-8B60-B0B8-EAC8-AE9645EE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6BE93-76C9-B8EF-CFD6-C3ABBCE4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Future Improvements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Perform hyperparameter tuning for better performance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Use SHAP for model explainability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Deploy model (</a:t>
            </a:r>
            <a:r>
              <a:rPr lang="en-US" dirty="0" err="1">
                <a:solidFill>
                  <a:schemeClr val="bg1"/>
                </a:solidFill>
                <a:highlight>
                  <a:srgbClr val="008080"/>
                </a:highlight>
              </a:rPr>
              <a:t>streanlit</a:t>
            </a: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 /API)</a:t>
            </a:r>
          </a:p>
          <a:p>
            <a:pPr lvl="1"/>
            <a:r>
              <a:rPr lang="en-US" dirty="0" err="1">
                <a:solidFill>
                  <a:schemeClr val="bg1"/>
                </a:solidFill>
                <a:highlight>
                  <a:srgbClr val="008080"/>
                </a:highlight>
              </a:rPr>
              <a:t>Intergrate</a:t>
            </a: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 with CRM for real time churn prediction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Conduct ROI analysis on retention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4206975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D9D50-BAB8-D0B6-4F60-61AB96063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46578-B0C6-ACC9-E343-6294EAA76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Questions &amp; discussion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Data is most powerful when it drives action!</a:t>
            </a:r>
          </a:p>
          <a:p>
            <a:endParaRPr lang="en-US" dirty="0">
              <a:solidFill>
                <a:schemeClr val="bg1"/>
              </a:solidFill>
              <a:highlight>
                <a:srgbClr val="008080"/>
              </a:highlight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Author: Brian </a:t>
            </a:r>
            <a:r>
              <a:rPr lang="en-US" dirty="0" err="1">
                <a:solidFill>
                  <a:schemeClr val="bg1"/>
                </a:solidFill>
                <a:highlight>
                  <a:srgbClr val="008080"/>
                </a:highlight>
              </a:rPr>
              <a:t>Chairo</a:t>
            </a:r>
            <a:endParaRPr lang="en-US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74418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SyriaTel Customer Churn Prediction</vt:lpstr>
      <vt:lpstr>Business and Data Understanding</vt:lpstr>
      <vt:lpstr>Modelling</vt:lpstr>
      <vt:lpstr>Evaluation</vt:lpstr>
      <vt:lpstr>Recommendations</vt:lpstr>
      <vt:lpstr>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2026-03-17T05:24:14Z</dcterms:created>
  <dcterms:modified xsi:type="dcterms:W3CDTF">2026-03-17T05:24:31Z</dcterms:modified>
</cp:coreProperties>
</file>